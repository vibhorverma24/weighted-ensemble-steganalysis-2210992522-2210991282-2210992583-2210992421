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Weighted Ensemble Steganalysis: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Integrating CNN, XGBoost, and LightGBM</a:t>
            </a:r>
            <a:endParaRPr lang="en-US" sz="24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Vibhor Verma (2210992522) 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Ankur Yadav (2210991282)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|                                                Jatin (2210992583)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Sunny Kumar (2210992421)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Isha Kansal, Assistant Professor, Dept. of CSE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Digital image steganography embeds secret information inside ordinary images, hiding the existence of a message rather than encrypting its content.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Applications include copyright protection, watermarking, and secure data transmission — but also pose serious cybersecurity threats.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Steganalysis is the science of detecting hidden data in digital media; it is a challenging binary classification problem.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Modern steganographic techniques introduce imperceptible changes, making detection extremely difficult for traditional methods.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This project proposes a Weighted Heterogeneous Ensemble Model (WHEM) combining CNN, XGBoost, and LightGBM for robust steganalysis.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1.  Introduction — Background and motivation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2.  Problem Statement — Challenges in steganalysis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3.  Literature Review — Evolution of steganalysis methods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4.  Research Gap — Identified limitations in existing approaches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5.  Proposed Methodology — WHEM architecture and pipeline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6.  Experimental Setup — Dataset, tools, and hyperparameters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7.  Results and Discussion — Performance comparison and analysis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8.  Conclusion — Key findings and takeaways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9.  Future Work and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Traditional steganalysis relies on handcrafted statistical features that fail to generalize against modern adaptive steganographic techniques.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Deep learning models (CNNs) learn powerful features but suffer from overfitting, high computational cost, and require large labeled datasets.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Gradient boosting models capture statistical patterns well but miss subtle pixel-level noise artifacts introduced by steganography.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No single model consistently achieves high accuracy across all types of steganographic techniques and payload sizes.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Existing ensemble methods use equal or heuristic weights — they do not optimally combine model contributions.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Goal: Build a weighted heterogeneous ensemble that combines CNN, XGBoost, and LightGBM with optimized weight assignment to maximize detection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Early methods used handcrafted features: co-occurrence matrices, higher-order statistics, and pixel distribution analysis.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Spatial Rich Model (SRM): Large set of high-dimensional features via linear/nonlinear filters — state-of-the-art for several years.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Machine learning classifiers (SVM, Random Forest) improved accuracy but struggled with complex nonlinear patterns.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XGBoost and LightGBM: Gradient boosting methods offering strong regularization, histogram-based optimization, and fast training.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CNNs (XuNet, YedidiaNet): End-to-end learning with high-pass filters to emphasize noise residuals — superior adaptive steganalysis.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GAN discriminators adapted for steganalysis: Detect subtle distribution differences between cover and stego images.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Most ensemble studies combine similar models; few integrate deep learning with statistical methods in a unified weighted framework.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Handcrafted feature methods cannot adapt to evolving steganographic techniques and fail on complex nonlinear patterns.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CNN models require large labeled datasets and risk overfitting; they may learn image content instead of steganographic artifacts.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Limited exploration of heterogeneous ensembles — most studies use homogeneous ensembles or simple model combinations.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Existing ensemble methods use fixed or heuristic weights that do not adapt to individual model performance.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No comprehensive framework combines residual noise learning (CNN) with statistical feature analysis (boosting) in an optimized manner.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This research addresses all these gaps with the proposed WHEM: optimized weight search maximizing F1-score on a validation 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Dataset: 5,000 balanced images (2,500 cover + 2,500 stego) generated using LSB and adaptive embedding techniques.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Preprocessing: High-pass SRM-inspired filters extract residual noise maps highlighting pixel-level steganographic changes.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Feature Extraction: Co-occurrence matrices, entropy measures, pixel difference histograms, and higher-order statistics for ML models.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CNN: Fixed high-pass filter layer → convolutional layers → batch normalization → learns hierarchical noise residual features.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XGBoost + LightGBM: Trained on statistical features; different tree strategies ensure diversity of predictions.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Ensemble Fusion: p_final = w1*p_cnn + w2*p_xgb + w3*p_lgbm — weights found via grid search maximizing F1-score on validation set.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Evaluation: Accuracy, Precision, Recall, F1-Score, and ROC-AUC on a held-out test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Dataset Size: 5,000 images (2,500 cover, 2,500 stego); balanced for unbiased classification.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Image Resolution: 256 x 256 pixels, converted to grayscale.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Train / Validation / Test Split: 70% / 15% / 15%.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CNN: 40–50 epochs, batch size 32, Adam optimizer.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XGBoost: 300 estimators with L1/L2 regularization; LightGBM: 400 estimators with histogram-based leaf-wise growth.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Implementation: Python — TensorFlow (CNN), XGBoost, LightGBM, Scikit-learn libraries.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Hyperparameters tuned using grid search; ensemble weights optimized on validation 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Individual model accuracy — XGBoost: 72.50%  |  LightGBM: 72.25%  |  CNN: 55.75%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Ensemble (WHEM) accuracy: 74.50% — outperforms all individual models.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CNN's lower standalone accuracy is compensated by its unique ability to capture noise-based pixel-level features.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Optimized weights assign higher importance to LightGBM and CNN; XGBoost provides a smaller stabilizing contribution.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Confusion Matrix: 161 True Negatives, 137 True Positives, 42 False Positives, 60 False Negatives (on 400-image test set).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Classification Report: Precision 0.7285 / Recall 0.7931 (Cover); Precision 0.7654 / Recall 0.6954 (Stego); Macro F1: 0.7441.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Error analysis: Model struggles with very low payloads and highly textured images — ensemble significantly reduces misclassification.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This project proposes WHEM — a Weighted Heterogeneous Ensemble Model integrating CNN, XGBoost, and LightGBM for image steganalysis.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The ensemble achieves 74.50% accuracy, outperforming each individual model by leveraging complementary feature representations.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CNNs effectively capture local noise patterns; XGBoost detects global statistical anomalies; LightGBM refines decision boundaries.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The optimized weight-search mechanism ensures each model contributes proportionally to its predictive strength.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The study validates that heterogeneous ensemble learning is robust and efficient, especially with limited data and subtle signals.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WHEM provides a strong foundation for future research in digital forensics and cybersecurity using hybrid deep learning approaches.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Use larger, more diverse real-world datasets including GAN-based steganographic images to improve generalization.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Integrate transformer-based vision models (ViT) alongside CNNs and boosting for enhanced feature extraction.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Optimize for real-time inference using model pruning, quantization, and knowledge distillation techniques.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Add explainability tools (Grad-CAM, SHAP) to interpret predictions and highlight suspicious image regions.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Explore dynamic adaptive weighting that adjusts model contributions based on image characteristics.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D748-83C8-68ED-9DC8-83AC9524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93927-42C3-0368-D9BA-1C30E96E3A5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79" y="1189653"/>
            <a:ext cx="8297153" cy="249334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[1] Boroumand et al., IEEE T-IFS 2019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[2] Al-Darraji et al., JKSUCS 2021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[3] Fridrich, Cambridge Univ. Press 2009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[4] Provos &amp; Honeyman, IEEE S&amp;P 2003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[5] Ke &amp; Zhang, ACM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Comput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Surv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. 2020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74972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34711</TotalTime>
  <Words>1273</Words>
  <Application>Microsoft Office PowerPoint</Application>
  <PresentationFormat>On-screen Show (4:3)</PresentationFormat>
  <Paragraphs>108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Vibhor Verma</cp:lastModifiedBy>
  <cp:revision>2303</cp:revision>
  <dcterms:created xsi:type="dcterms:W3CDTF">2010-04-09T07:36:15Z</dcterms:created>
  <dcterms:modified xsi:type="dcterms:W3CDTF">2026-05-01T16:08:53Z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